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578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1887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hyperlocal digital marketplace that puts every neighbourhood shop online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Application  |  E-Commerce Track  |  Hackathon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 depend on footfall and scattered social media posts. Customers outside their street never find them.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280160"/>
            <a:ext cx="73152" cy="2103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operations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37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arrive via calls and chats. Stock sits in notebooks, so overselling and missed orders are common.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280160"/>
            <a:ext cx="73152" cy="2103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Big-player pressure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737360"/>
            <a:ext cx="2331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platforms win on discovery, delivery and trust. Small sellers can't afford their fees or tech.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one low-cost, easy platform where local sellers get an online identity and buyers get nearby, trusted choices.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Bazaar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sides, built for small businesses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73152" cy="26517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Sellers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031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get a free storefront page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products, variants and photos in minutes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inventory with low-stock alerts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and status updates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 and insights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45920"/>
            <a:ext cx="73152" cy="2651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103120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shops and products near you on a map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 and compare nearby prices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UPI / COD checkout, order tracking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recommendations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wishlists and loyalty rewards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listing from a photo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clicks a photo; AI drafts title, description, category and price range. Onboarding drops from hours to minutes.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discovery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Distance-aware search, 'open now', same-day pickup or delivery, and neighbourhood trending items.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28016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716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nearby shops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 across shops by price, distance, rating and delivery time.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voice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Hindi and Kannada UI with voice search, so non-technical sellers and buyers feel at home.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301752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growth coach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AI insights: what's selling, what to restock, and when to run an offer.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35040" y="3017520"/>
            <a:ext cx="2606040" cy="1554480"/>
          </a:xfrm>
          <a:prstGeom prst="rect">
            <a:avLst/>
          </a:prstGeom>
          <a:solidFill>
            <a:srgbClr val="173B63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bridge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52044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alerts and one-tap accept on WhatsApp, matching how sellers already work.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1828800" cy="1463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PWA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 + Seller dashboard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</a:rPr>
              <a:t>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828800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5176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(REST)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role-based access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1828800" cy="14630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5488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Inventory, Orders,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Recommendations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874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9E0B"/>
                </a:solidFill>
              </a:rPr>
              <a:t>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66560" y="1371600"/>
            <a:ext cx="1828800" cy="1463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1463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8745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cache, Cloud storage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/ UPI for payments  |  Google Maps API for location and distance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vision API for AI listings and insights  |  WhatsApp / SMS API for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 and Seller Analytics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personalisation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filtering: shoppers like you also bought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Content-based: category, brand and price affinity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boost: nearby and open-now first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trending in your area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Re-order reminders for repeat items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3108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performance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37490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orders, top products and repeat-customer rate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and low-stock predictions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and best-selling days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trend and review sentiment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tips, e.g. 'Bundle rice + dal, demand up 18%'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and Demo 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signs 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901952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019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81912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to listing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118104" y="14630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1810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98064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goes live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34256" y="14630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3425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014216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finds nearby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0408" y="14630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5040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and pay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fulfils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82712" y="1463040"/>
            <a:ext cx="548640" cy="548640"/>
          </a:xfrm>
          <a:prstGeom prst="ellipse">
            <a:avLst/>
          </a:prstGeom>
          <a:solidFill>
            <a:srgbClr val="0F2A4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8271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662672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+ review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plan (3 minutes)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shop, snap a photo, AI fills the listing, publish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buyer view, search by voice, compare two nearby shops, place a UPI order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seller: accept order, stock auto-updates, dashboard shows the sale and an AI tip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Next.js, Tailwind, PWA, i18n, Web Speech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JWT, Socket.io for live order updates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(geo queries), Redis, Prisma 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33172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423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788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LLM for listings and insights, Python recommender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GitHub Actions, Vercel + Render / AWS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4023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3383280"/>
            <a:ext cx="73152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46320" y="34747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+ Maps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840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(UPI test mode), Google Maps / OpenStreetMap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and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sustains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basic storefront for every seller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analytics, promotions, featured placement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per-order commission, far below big platforms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partnerships with local riders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280160"/>
            <a:ext cx="40233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280160"/>
            <a:ext cx="73152" cy="3017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737360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small shops online with zero tech skills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money circulating in the local economy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stock-outs and faster order handling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city by city; a ready template for other regions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Roadmap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2377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MVP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shop and product CRUD, inventory, cart, orders, dashboard, map search, UPI test payments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371600"/>
            <a:ext cx="73152" cy="2377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layer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photo listing, nearby comparison, recommendations, voice search, Kannada / Hindi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37160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371600"/>
            <a:ext cx="73152" cy="2377440"/>
          </a:xfrm>
          <a:prstGeom prst="rect">
            <a:avLst/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63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Post-event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1828800"/>
            <a:ext cx="2331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bot, delivery tracking, loyalty, pilot with 20 shops in one city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focus: working demo, real problem fit, innovation, UX simplicity, scalability.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Bazaar: every local shop, one tap away.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</Words>
  <Application>Microsoft Office PowerPoint</Application>
  <PresentationFormat>On-screen Show (16:9)</PresentationFormat>
  <Paragraphs>134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Shivaji Shindhe</cp:lastModifiedBy>
  <cp:revision>3</cp:revision>
  <dcterms:created xsi:type="dcterms:W3CDTF">2026-10-22T13:45:13Z</dcterms:created>
  <dcterms:modified xsi:type="dcterms:W3CDTF">2026-10-22T15:01:48Z</dcterms:modified>
</cp:coreProperties>
</file>